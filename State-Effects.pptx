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E91E8C">
              <a:alpha val="15000"/>
            </a:srgbClr>
          </a:solidFill>
          <a:ln w="12700">
            <a:solidFill>
              <a:srgbClr val="E91E8C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743200" cy="2743200"/>
          </a:xfrm>
          <a:prstGeom prst="ellipse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371600" cy="13716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8872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Effects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· useEffect · Event Handlers · Controlled Inputs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7863840" cy="18288"/>
          </a:xfrm>
          <a:prstGeom prst="rect">
            <a:avLst/>
          </a:prstGeom>
          <a:solidFill>
            <a:srgbClr val="E91E8C">
              <a:alpha val="40000"/>
            </a:srgbClr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component memory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data that belongs to a component and can change over time.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state changes, React automatically re-renders the component to reflect the new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496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trigger automatic re-renders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has its own state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22776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9959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242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between re-renders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0F3460"/>
          </a:solidFill>
          <a:ln w="12700">
            <a:solidFill>
              <a:srgbClr val="E91E8C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State like...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whiteboard in your component's room.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erases the old content and writes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value every time it changes.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42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Counter.jsx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16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useState } </a:t>
            </a:r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95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017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419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[count, setCount]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useState(</a:t>
            </a:r>
            <a:pPr indent="0" marL="0">
              <a:buNone/>
            </a:pPr>
            <a:r>
              <a:rPr lang="en-US" sz="9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setCount(count + </a:t>
            </a:r>
            <a:pPr indent="0" marL="0">
              <a:buNone/>
            </a:pPr>
            <a:r>
              <a:rPr lang="en-US" sz="9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B0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Count: {count}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0" y="274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React Hook — gives your component a memory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stateValue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setterFunction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useState(</a:t>
            </a:r>
            <a:pPr indent="0" marL="0">
              <a:buNone/>
            </a:pPr>
            <a:r>
              <a:rPr lang="en-US" sz="140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initialValue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8BE9F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1214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957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151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value of your state variable. React keeps this up to date.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2057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50FA7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65576" y="21214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setterFunction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23957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 Function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5576" y="26151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this to update the value. React will re-render the component.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54496" y="20574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FFB86C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4224" y="212140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initialValue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23957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26151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value. Can be any type: number, string, array, object.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576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Counter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useState(0)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33472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6624" y="36576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06624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Input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24912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useState('')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24912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9744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2896" y="36576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Toggle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01184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useState(false)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01184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86016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9168" y="3657600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77456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useState([])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77456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user interactions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tap on an element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111830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122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0280" y="2112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value changes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96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2596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111830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81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onKeyDown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3081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key pressed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66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onMouseOver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hovers over element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3931920" cy="420624"/>
          </a:xfrm>
          <a:prstGeom prst="roundRect">
            <a:avLst>
              <a:gd name="adj" fmla="val 13043"/>
            </a:avLst>
          </a:prstGeom>
          <a:solidFill>
            <a:srgbClr val="111830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50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onFocus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0280" y="40507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receives focus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14300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234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EventDemo.jsx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EventDemo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1655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[msg, setMsg] = useState(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0025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Handler function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176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handleClick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() =&gt; {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3500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setMsg(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'Button clicked!'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5237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8712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044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218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={handleClick}&gt;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3924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Click 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3566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739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&lt;p&gt;{msg}&lt;/p&gt;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087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261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where React controls the 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1E1020"/>
          </a:solidFill>
          <a:ln w="12700">
            <a:solidFill>
              <a:srgbClr val="9933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Uncontrolled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holds the value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65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it with a ref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57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doesn't know the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validate in 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D2010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Controlled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holds the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65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value={state} prop is required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57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updates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validate &amp; transform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Controlled Inputs Work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1E8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19072" y="3616452"/>
            <a:ext cx="256032" cy="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36499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1E8C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fires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56432" y="3616452"/>
            <a:ext cx="256032" cy="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336499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1E8C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setState(value)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93792" y="3616452"/>
            <a:ext cx="256032" cy="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336499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1E8C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31152" y="3616452"/>
            <a:ext cx="256032" cy="0"/>
          </a:xfrm>
          <a:prstGeom prst="line">
            <a:avLst/>
          </a:prstGeom>
          <a:noFill/>
          <a:ln w="19050">
            <a:solidFill>
              <a:srgbClr val="E91E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3364992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E91E8C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value={state}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78224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[name, setName] = useState(</a:t>
            </a:r>
            <a:pPr indent="0" marL="0">
              <a:buNone/>
            </a:pPr>
            <a:r>
              <a:rPr lang="en-US" sz="95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state holds value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2976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={name}  </a:t>
            </a:r>
            <a:pPr indent="0" marL="0">
              <a:buNone/>
            </a:pPr>
            <a:r>
              <a:rPr lang="en-US" sz="9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={e =&gt; setName(e.target.value)}  </a:t>
            </a:r>
            <a:pPr indent="0" marL="0">
              <a:buNone/>
            </a:pPr>
            <a:r>
              <a:rPr lang="en-US" sz="95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bind and update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45171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value: {name}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side-effects after render — fetch data, subscriptions, timers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F3460"/>
          </a:solidFill>
          <a:ln w="12700">
            <a:solidFill>
              <a:srgbClr val="E91E8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</a:t>
            </a:r>
            <a:pPr indent="0" marL="0">
              <a:buNone/>
            </a:pPr>
            <a:r>
              <a:rPr lang="en-US" sz="14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{  /* side-effect code */  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pPr indent="0" marL="0">
              <a:buNone/>
            </a:pPr>
            <a:r>
              <a:rPr lang="en-US" sz="14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51760" cy="2852928"/>
          </a:xfrm>
          <a:prstGeom prst="roundRect">
            <a:avLst>
              <a:gd name="adj" fmla="val 3448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9339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993355"/>
          </a:solidFill>
          <a:ln w="12700">
            <a:solidFill>
              <a:srgbClr val="99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3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Every render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Array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517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1792" y="287121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console.log('runs always')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309067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401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single render. Use rarely — can cause infinite loops.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1920240"/>
            <a:ext cx="2651760" cy="2852928"/>
          </a:xfrm>
          <a:prstGeom prst="roundRect">
            <a:avLst>
              <a:gd name="adj" fmla="val 3448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47288" y="199339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1E6B3E"/>
          </a:solidFill>
          <a:ln w="12700">
            <a:solidFill>
              <a:srgbClr val="1E6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993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Once (mount)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65576" y="23042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Array  [ 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7288" y="257860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6517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0440" y="287121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fetchData()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20440" y="309067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65576" y="3401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when the component first mounts. Perfect for initial data fetching.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54496" y="1920240"/>
            <a:ext cx="2651760" cy="2852928"/>
          </a:xfrm>
          <a:prstGeom prst="roundRect">
            <a:avLst>
              <a:gd name="adj" fmla="val 3448"/>
            </a:avLst>
          </a:prstGeom>
          <a:solidFill>
            <a:srgbClr val="0D1B3E"/>
          </a:solidFill>
          <a:ln w="1270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45936" y="1993392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993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 change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64224" y="23042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Dependencies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45936" y="2578608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26517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19088" y="287121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updateTitle(title)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19088" y="309067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[title])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64224" y="3401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whenever listed values change. Keeps effects in sync with state.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— Cleanup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memory leaks by returning a cleanup function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846320" cy="3611880"/>
          </a:xfrm>
          <a:prstGeom prst="roundRect">
            <a:avLst>
              <a:gd name="adj" fmla="val 2532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Timer.jsx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Start a timer when mounted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105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setInterval(() =&gt; {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setCount(c =&gt; c + </a:t>
            </a:r>
            <a:pPr indent="0" marL="0">
              <a:buNone/>
            </a:pP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</a:t>
            </a:r>
            <a:pPr indent="0" marL="0">
              <a:buNone/>
            </a:pP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Cleanup: stop timer when unmounted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05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clearInterval(timer)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114300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50FA7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F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15270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runs for the first time. Start subscriptions, timers, or fetch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23774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8BE9F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2468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E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Update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27614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deps change, cleanup runs first, then the effect runs again with new values.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361188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FF5555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Unmount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3995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function runs. This is where you clear timers, cancel requests, unsubscribe.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search component using useState, useEffect, events &amp; controlled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0A162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LiveSearch.jsx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useState, useEffect } </a:t>
            </a:r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836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LiveSearch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[query, setQuery] = useState(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[results, setResults] = useState(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68833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(query === 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906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`/api/search?q=${query}`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.then(r =&gt; r.json())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.then(setResults)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6941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[query])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965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2976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</a:t>
            </a:r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={query}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4988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onChange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={e =&gt; setQuery(e.target.value)}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70001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E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placeholder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1F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"Search..."</a:t>
            </a:r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9011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{results.map(r =&gt; &lt;li&gt;{r.name}&lt;/li&gt;)}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510235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0" y="114300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8BE9F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70448" y="123444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234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useState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70448" y="1490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 variables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70448" y="17282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holds input value.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holds fetched data.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60720" y="237744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50FA7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70448" y="24688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2468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useEffect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70448" y="2724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query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0448" y="296265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new results whenever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changes. Dep: [query]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361188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0D1B3E"/>
          </a:solidFill>
          <a:ln w="12700">
            <a:solidFill>
              <a:srgbClr val="FF79C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70448" y="37033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Controlled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70448" y="39593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70448" y="41970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value={query} + onChange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React in full control.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91E8C">
              <a:alpha val="10000"/>
            </a:srgbClr>
          </a:solidFill>
          <a:ln w="12700">
            <a:solidFill>
              <a:srgbClr val="E91E8C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Effects — key concepts to master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D1B3E"/>
          </a:solidFill>
          <a:ln w="12700">
            <a:solidFill>
              <a:srgbClr val="E91E8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98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memory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8562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[value, setter] pair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1305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setter triggers re-render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4048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store any data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D1B3E"/>
          </a:solidFill>
          <a:ln w="12700">
            <a:solidFill>
              <a:srgbClr val="E91E8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298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6088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1572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after render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18562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component renders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21305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array controls when it runs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2312" y="24048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cleanup function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D1B3E"/>
          </a:solidFill>
          <a:ln w="12700">
            <a:solidFill>
              <a:srgbClr val="E91E8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🖱️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15568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responses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6850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onClick, onChange, onSubmit…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9593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function references, not calls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42336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event object as argument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0D1B3E"/>
          </a:solidFill>
          <a:ln w="12700">
            <a:solidFill>
              <a:srgbClr val="E91E8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27448" y="31272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76088" y="3127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76088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React-owned form state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82312" y="36850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value={state} binds the input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82312" y="39593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updates 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82312" y="423367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validation &amp; formatting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+ Effects — React Fundamentals</dc:title>
  <dc:subject>PptxGenJS Presentation</dc:subject>
  <dc:creator>PptxGenJS</dc:creator>
  <cp:lastModifiedBy>PptxGenJS</cp:lastModifiedBy>
  <cp:revision>1</cp:revision>
  <dcterms:created xsi:type="dcterms:W3CDTF">2026-06-13T08:16:25Z</dcterms:created>
  <dcterms:modified xsi:type="dcterms:W3CDTF">2026-06-13T08:16:25Z</dcterms:modified>
</cp:coreProperties>
</file>